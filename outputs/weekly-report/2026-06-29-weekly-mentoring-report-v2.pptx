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6400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0709B"/>
                </a:solidFill>
                <a:latin typeface="Apple SD Gothic Neo"/>
              </a:defRPr>
            </a:pPr>
            <a:r>
              <a:t>크래프톤 정글 12기 · 303호 4팀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424160" cy="1234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3400" b="1">
                <a:solidFill>
                  <a:srgbClr val="1F2F46"/>
                </a:solidFill>
                <a:latin typeface="Apple SD Gothic Neo"/>
              </a:defRPr>
            </a:pPr>
            <a:r>
              <a:t>AI 기반 Kubernetes 장애 분석 및</a:t>
            </a:r>
          </a:p>
          <a:p>
            <a:pPr algn="l">
              <a:spcAft>
                <a:spcPts val="300"/>
              </a:spcAft>
              <a:defRPr sz="3400" b="1">
                <a:solidFill>
                  <a:srgbClr val="1F2F46"/>
                </a:solidFill>
                <a:latin typeface="Apple SD Gothic Neo"/>
              </a:defRPr>
            </a:pPr>
            <a:r>
              <a:t>복구 자동화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241280" cy="2148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크래프톤 정글 12기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303호 4팀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AI 기반 Kubernetes 장애 분석 및 복구 자동화 서비스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주간 공유 / 멘토링 보고서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2026-06-29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팀원: 임가인, 이민정, 전우현, 정찬빈, 최우녕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멘토: 김시훈 멘토님, Krafton Data Engineering Dept.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1. 프로젝트 개요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2. 문제 정의와 선정 배경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3. 제품 범위와 하지 않는 일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4. 팀 구성 및 역할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5. 수행 절차와 WBS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6. 멘토링 피드백과 반영 이력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7. 현재 아키텍처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8. Event / Queue 시스템 진행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9. Gateway / Auth 진행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10. GitOps / Command 진행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11. Target / Telemetry / Evidence 진행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12. RCA / Safe PR / Audit 진행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13. 브랜치 / PR / 이슈 현황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14. 위험요소와 대응 계획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15. 다음 주 실행 계획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16. 자체 평가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17. Appendix. 근거 문서와 멘토링 일지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프로젝트 한 문장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Kubernetes 장애가 발생했을 때 Git 변경, 클러스터 증거, AI RCA, Safe PR, 대시보드 상태를 이벤트 기반으로 연결하는 운영 보조 도구다.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사용자  필요한 것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Kubernetes 운영자  어떤 변경이 장애와 연결되는지 빠르게 보고, 안전한 복구 경로를 확인한다.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개발자  내가 만든 변경이 장애와 관련 있는지 근거를 보고, 수정 PR 초안을 얻는다.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팀 리더  운영 이벤트, RCA, command, audit 흐름을 한 곳에서 추적한다.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해결하려는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문제  왜 중요한가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Git, Kubernetes Event, Pod 상태, Log, Metric이 흩어져 있음  장애 원인을 찾기 위해 여러 도구를 오가야 하고, 초보자는 어떤 순서로 봐야 하는지 모른다.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긴급 수동 조치가 GitOps desired state와 어긋날 수 있음  kubectl로 급히 고친 내용이 Git repo 상태와 달라져 다음 배포 때 다시 깨질 수 있다.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AI가 설명만 하면 운영에 바로 쓰기 어려움  근거, 변경 제안, 검증 방법, rollback 계획까지 연결되어야 실무에 쓸 수 있다.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타깃 클러스터에 분석 시스템을 직접 붙이면 운영 난도가 커짐  target cluster는 보호되어야 하므로 agent는 outbound로만 붙고, 관리 기능은 management cluster에 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프로젝트가 하는 일과 하지 않는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[하는 일]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session/login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Git polling 또는 UI command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NATS JetStream event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GitOps / Command / RCA / Dashboard / Audit worker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Target Cluster Agent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evidence/result event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Dashboard read model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Safe PR event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[하지 않는 일]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제외 범위  이유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AI가 승인 없이 production namespace를 직접 수정  안전성과 감사 가능성 문제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MVP에서 모든 외부 SaaS/API를 real integration으로 강제  2주 MVP 기간에 통합 실패 위험이 큼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UI가 DB나 JetStream에 직접 접근  Gateway가 외부 HTTP 경계를 책임져야 함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Target Agent가 관리 NATS에 직접 접속  target cluster 보안 경계와 outbound-only 원칙 유지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secret/token/kubeconfig를 event/log/response에 포함  보안 사고 방지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프로젝트 특화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특화 포인트  설명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Event-driven operation flow  command, evidence, RCA, PR, dashboard, audit을 event subject와 correlation_id로 연결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Evidence-first RCA  raw log/metric 전체가 아니라 장애 판단에 필요한 증거 묶음을 만든 뒤 RCA 수행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Safe PR 중심 복구  자동 변경 대신 GitHub PR로 변경안, 근거, 검증 방법, rollback을 남김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Sandbox guard  production write는 금지하고 sandbox namespace부터 제한 실행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DLQ/replay 운영성  worker 실패를 retry 후 DLQ로 보내고 운영자가 재처리 가능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Outbound target agent  target cluster가 management로 outbound 연결만 수행해 보안 경계를 단순화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팀 구성 및 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구성원  역할  담당 범위  이번 주 상태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임가인  RCA / Safe PR / Audit  `services/rca-worker`, `services/gitops/repo-gateway-worker`, audit/projection 연계  RCA 이벤트 체인과 repo-gateway 위임 기준 문서화, 이슈 #505~#507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이민정  Target / Telemetry  `services/target/target-cluster-agent`, `services/target/node-collector`, `deploy/target`  Prometheus 폐쇄 루프와 Evidence 학습 task #527~#537 분해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전우현  GitOps / Command  Git polling, manifest render, desired diff, command worker  polling-first GitOps, command state/policy 이슈 #503~#504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정찬빈  Gateway / Auth  `services/api-gateway`, session, RBAC, integration/credential  email/password + Redis session 브랜치 진행, #519~#526 분해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최우녕  Platform / Integration  event runtime, contracts, DLQ/replay, WBS/docs/WIKI, 통합  event-system #502, docs/PR/WBS 정리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김시훈 멘토님  멘토  MVP 범위, 실무 관점, 학습 방향, trade-off  2026-06-26 멘토링, 온보딩 자료 공유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수행 절차와 전체 WBS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기간  마일스톤  데모 목표  주 담당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2026-07-01  1차 보고  Event Runtime / DLQ / Node Collector  Platform/Integration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2026-07-08  2차 보고  GitHub OAuth + Safe PR 초안  Gateway/Auth, RCA/Safe PR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2026-07-15  3차 보고  실제 Telemetry Evidence  Target/Telemetry, RCA/Safe PR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2026-07-22  4차 보고  GitOps command 운영 플로우  GitOps/Command, Platform/Integration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2026-07-29  최종 보고  장애 주입부터 RCA, Safe PR, 복구 제안까지 end-to-end  전체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[WBS 요약]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항목  값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전체 작업  56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P0 작업  44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완료  0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진행 중  1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미시작  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2026-07-01 1차 데모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첫 번째 수요일 데모는 기반 설명이 아니라 실제 흐름을 한 번 끝까지 연결하는 데 집중한다.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순서  데모 항목  검증 명령 또는 화면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1  management/target 클러스터 기동  `make up`, `make status`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  GitHub webhook 또는 수동 command 입력  `POST /github/webhook`, `POST /commands`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3  event bus와 worker 처리 확인  NATS event, `event_processing`, worker log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4  Target Agent command polling/result 확인  `/agent/commands/poll`, `/agent/commands/{id}/result`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5  telemetry evidence와 RCA baseline 확인  `/agent/evidence`, `evidence.built`, `rca.completed`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6  Safe PR dry-run/fake 확인  `safe_pr.created`, fake PR record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7  dashboard read model/query/stream 확인  `GET /dashboard/query`, `GET /dashboard/stream`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8  DLQ 생성/조회/replay 확인  `GET /dead-letters`, `POST /dead-letters/{id}/replay`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멘토링 피드백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2026-06-26 멘토링 핵심 요약: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피드백  의미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시스템을 크게 만드는 것보다 한 사이클이 실제로 돌아가는 MVP가 우선  모든 구성요소를 현업 수준으로 완성하려 하지 말고 vertical slice를 먼저 연결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OAuth/auth는 너무 커질 수 있음  인증 자체가 프로젝트가 되지 않도록 session과 GitHub 연동 수준으로 시작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PostgreSQL과 Prometheus/metric store 중심으로 단순화  모든 데이터를 DB/Redis에 넣지 말고 데이터 성격에 맞는 저장소 선택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AI가 어떤 운영 인사이트를 주는지가 핵심  metric/log 수집 자체보다 RCA와 다음 행동 설명이 중요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secret/token은 Git/event/log에 넣지 않기  AI 작업 중 secret 노출 사고 방지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질문은 구체적인 trade-off로 모으기  전체 코드 리뷰보다 기능 단위 설계 선택지를 질문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멘토링 반영 내역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멘토 피드백  반영 결과  근거 문서/이슈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MVP 한 사이클 우선  7/1 데모를 Event Runtime, DLQ, Node Collector 중심으로 재정의  WIKI WBS, WBS xlsx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OAuth/auth 범위 축소  OAuth-only 폐기, 내부 로그인 + Redis session + integration credential 구조로 재설계  `docs/team/member-guides/gateway-auth.md`, #519~#526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저장소 단순화  PostgreSQL은 구조화 데이터, Prometheus는 metric, log는 Loki/object류로 분리  WIKI 멘토링 회의록, `docs/architecture.md`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AI 인사이트 강조  Evidence → RCA → Safe PR/Command 흐름 중심으로 정리  #505, Target/Telemetry 문서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secret 노출 금지  event payload에는 token이 아니라 ref/id만 전달  `docs/events.md`, #501, #502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팀원 지식 차이 보완  member guide와 micro task 문서로 작업 단위를 세분화  Gateway/Auth guide, Target/Telemetry 하위 문서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현재 아키텍처 핵심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결정  이유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management cluster와 target cluster 분리  분석/관리 시스템과 사용자 workload를 분리해 안전성 확보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처음부터 서비스별 `app.py` entrypoint  단일 FastAPI app/role dispatcher로 회귀하지 않기 위해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Gateway 하나만 외부 HTTP 경계  auth, policy, input validation, event publish 순서를 중앙에서 통제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내부 비동기 흐름은 NATS JetStream  worker 장애, retry, DLQ, replay, event audit이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Target Agent는 outbound-only  target cluster를 외부에서 직접 열지 않기 위해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sandbox namespace만 write  production write 사고 방지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UI는 Gateway API만 호출  DB/JetStream 직접 접근 금지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Event / Queue 시스템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항목  현재 기준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Stream  NATS JetStream `SERVICE_EVENTS`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Envelope  `event_id`, `subject`, `source`, `correlation_id`, `causation_id`, `created_at`, `payload`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Delivery  at-least-once delivery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Consumer  durable pull consumer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Idempotency  `event_processing(event_id, consumer)` ledger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Retry  bounded retry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DLQ  max retry 초과 시 `event_dead_letters` 저장, `dead_letter.created` 발행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Replay  Gateway DLQ API에서 원본 이벤트 재발행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Outbox  업무 write와 event publish 불일치 방지를 위한 hardening 구조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[현재 구현 증거]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`packages/runtime/app.py`: `App`, `@app.sub(...)`, `@app.on_event(...)`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`packages/runtime/worker.py`: 공통 ack/retry/DLQ 처리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`packages/contracts/event_bus/bodies/`: 타입 있는 이벤트 body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`packages/events/bus.py`: `NatsEventBus`, recorded publish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`packages/storage/database.py`: events, event_processing, dead letter, outbox 저장 경계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테스트 증거: `uv run pytest -q` 42 passed, `make check` 통과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[남은 확인]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`make up` 이후 `make smoke` 통과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최신 HEAD 기준 GitHub Actions CI 증거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DLQ 조회/replay API 실제 Gateway 경로 최종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Event System 리스크와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리스크  현재 상태  대응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exactly-once 오해  현재 목표는 exactly-once가 아니라 at-least-once + idempotency  `event_processing` ledger와 stable id 사용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worker async 루프에서 sync DB 호출  handler 경로는 AsyncDb proxy로 비차단 경계 정리  실DB smoke 이후 남은 sync 경로 단계적 개선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worker liveness 확인 어려움  HTTP healthz 대신 heartbeat file + exec probe 설계  포트 노출 없이 kubelet이 stale heartbeat 감지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업무 write와 event publish 불일치  Outbox/UoW 구조를 hardening 후보로 정리  side effect 강한 작업부터 적용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smoke 실패  Gateway가 `localhost:18080`에서 실행되지 않아 실패  make up 환경에서 재검증 필요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Gateway / Auth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단계  목표  상태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#519  인증 계약과 route skeleton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#520  내부 로그인과 Redis session  진행 중, 브랜치 구현 증거 있음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#521  Organization/Project 권한 모델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#522  기존 Gateway API 권한 guard 적용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#523  GitHub integration target과 credential ref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#524  Credential binding과 action 권한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#525  Token Broker port와 fake vault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#526  Prometheus target으로 추상화 검증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[현재 구현 증거]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브랜치: `origin/feat/jcbbbbbb/api-gateway`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최신 커밋: `be7a2ab feat: 이메일/비밀번호 로그인 및 Redis 세션 추가`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변경 파일: `services/api-gateway/auth.py`, `gateway.py`, `settings.py`, `packages/contracts/gateway/requests.py`, `tests/test_password_auth.py` 등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[주의점]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open PR 없음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최신 커밋 기준 CI 증거 없음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브랜치가 `dev`보다 46 commits behind로 확인됨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현재 팀 컨벤션은 `services/&lt;service&gt;/app.py` entrypoint인데, 브랜치 구현은 `gateway.py/settings.py` 중심이라 PR 전 재정렬 필요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Gateway / Auth 설계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[왜 GitHub OAuth-only가 아닌가]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이유  설명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GitHub 계정은 우리 서비스 계정이 아님  우리 서비스의 user, org, project, role은 우리 DB가 소유해야 함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외부 도구는 GitHub만이 아님  Prometheus, Loki, Grafana, DB, Kubernetes, OTel 등은 각자 credential이 다름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권한 회수가 중요  command, DLQ replay, Safe PR은 즉시 세션 종료/권한 변경 반영이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secret boundary 필요  worker가 provider token을 직접 들고 다니면 event/log 유출 위험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[단계별 최종 구조]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Identity: 우리 서비스 사용자/조직/팀/역할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Authorization: project, target, action 권한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Integration: GitHub, Prometheus, Loki, Grafana, DB, OTel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Credential Vault: 실제 secret 저장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Token Broker: policy 통과 후 짧게 credential 제공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Event System: secret 없이 id/ref/action만 전달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GitOps / Command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5486400" cy="52303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[GitOps 흐름]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git polling 또는 git.changed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repo metadata 저장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manifest render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manifest.rendered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desired.diff.detected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diff.analyzed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command.requested 또는 safe_pr.requested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[Command 흐름]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command.requested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policy 검증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command.rejected 또는 command.dispatch.ready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agent command queue 저장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target agent polling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command.completed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15568"/>
            <a:ext cx="5440680" cy="52303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[이슈 상태]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이슈  내용  상태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#503  Git 변경을 desired state 이벤트로 변환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#504  정책 검증과 target command 전달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[주요 설계 결정]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GitOps worker는 GitHub에 직접 PR을 만들지 않는다.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GitOps 책임은 repo 변경을 내부 desired state 이벤트로 바꾸는 것이다.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실제 클러스터 적용은 Command Worker / Target Agent 경계에서 처리한다.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Command Worker는 명령을 바로 실행하지 않고 policy, 상태, queue를 관리한다.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Command 상태와 정책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Command Worker가 고민해야 하는 상태: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상태  의미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requested  사용자가 command를 요청했거나 diff가 command 후보를 만들었다.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rejected  namespace/action/role/target 정책에서 거절됐다.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queued  target agent가 가져갈 수 있게 queue에 저장됐다.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dispatched  어떤 route/channel/cluster로 보낼지 결정됐다.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acknowledged  agent가 command를 lease 또는 수신했다.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succeeded  agent 실행 결과가 성공이다.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failed  agent 실행 결과가 실패 또는 timeout이다.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정책 rule 후보: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namespace가 `sandbox`인지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action이 허용 목록에 있는지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target cluster가 등록된 cluster인지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요청 user가 project role을 갖는지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agent가 online인지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같은 command가 중복 전달되어도 idempotent한지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Target / Telemetry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현재 정리된 방향: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node-collector /metrics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real Prometheus scrape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Prometheus query API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Python query client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Agent debug query API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  → MetricEvidence summary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[이슈 상태]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범위  이슈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Prometheus 설치/검증  #527, #528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Node Collector metric  #529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Prometheus scrape/query  #530, #531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Agent debug query API  #532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MetricEvidence summary  #533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Kubernetes pod/event reader  #534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K8s + Prometheus evidence 결합  #535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Gateway 계약 연결 준비  #536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Evidence 학습 task와 micro demo  #537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[현재 브랜치 주의점]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브랜치 `origin/feat/minmings111/target-cluster-agent`는 구현 증거가 있다.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그러나 일부 변경 파일 경로가 현재 기준인 `services/target/target-cluster-agent`가 아니라 과거 경로 `services/target-cluster-agent`에 있어 merge 전 경로 정리가 필요하다.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최신 SHA 기준 CI 증거가 아직 없다.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Telemetry와 Evidence 사고방식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용어  쉽게 말하면  우리 프로젝트에서의 의미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raw metric  Prometheus에 쌓인 숫자 시계열  CPU, memory, restart count, request rate 등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raw log  Loki나 stdout에 있는 긴 로그  에러 메시지, stack trace, image pull 실패 로그 등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raw event  Kubernetes Event  Scheduling 실패, CrashLoopBackOff, BackOff, Pull 실패 등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Evidence  RCA에 필요한 요약된 근거  어떤 pod가 언제부터 몇 번 재시작했고 어떤 로그/메트릭이 함께 변했는지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[Pull / Ingest 차이]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도구  기본 모델  의미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Prometheus  pull / scrape  Prometheus가 `/metrics` endpoint를 주기적으로 읽어간다.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Loki  ingest / push  log collector가 Loki로 로그를 밀어 넣는다.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OpenTelemetry  ingest / export  app 또는 collector가 trace/metric/log를 OTLP로 보낸다.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RCA / Safe PR / Audit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RCA Worker 목표: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cluster.evidence.received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→ evidence pack 정규화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→ rule 기반 baseline RCA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→ evidence.built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→ rca.completed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→ safe_pr.requested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→ repo-gateway-worker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  → safe_pr.created 또는 safe_pr.failed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[현재 구현/계약 기준]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서비스 진입점: `services/rca-worker/app.py`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Safe PR outbound gateway: `services/gitops/repo-gateway-worker/app.py`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body 계약: `packages/contracts/event_bus/bodies/rca.py`, `repo.py`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테스트 후보: `tests/test_rca_evidence.py`, `tests/test_repo_gateway_worker.py`, `tests/test_event_golden_path.py`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[중요한 결정]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PR 생성은 RCA Worker가 직접 수행하지 않는다.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RCA Worker는 `safe_pr.requested`를 발행하고, repo-gateway-worker가 외부 GitHub 작업을 담당한다.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AI가 없어도 rule 기반 최소 RCA가 나와야 한다.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RCA 결과에는 원인, 근거, confidence 또는 판단 근거, suggested action이 포함되어야 한다.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[현재 리스크]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- source 작업 브랜치에는 구현 파일과 테스트 증거가 있으나, 담당 원격 브랜치 `feat/ummfieg/rca-worker`에는 아직 구현 diff가 없어 완료 후보는 아니다.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Dashboard / Audit Read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서비스  역할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Dashboard Projection Service  주요 event를 dashboard 화면용 read model로 변환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Audit Timeline Service  누가 어떤 event와 command, RCA, PR 흐름을 만들었는지 기록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현재 방향: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- UI는 아직 이번 5인 분배에서 제외하고, dashboard read model을 공통 영역으로 유지한다.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- UI가 DB나 JetStream에 직접 붙지 않고 Gateway query/stream API만 호출한다.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- 모든 주요 event는 correlation_id로 묶어 하나의 사건 흐름으로 볼 수 있어야 한다.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- DLQ/replay, command 상태, RCA 결과, Safe PR 결과도 dashboard/audit에서 추적 가능해야 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브랜치 / PR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구분  최신 상태  의미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`origin/main`  `5b0b399`, PR #541 merge  GitOps polling API 설계 문서 main 반영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`origin/dev`  `c025a85`, PR #540 merge  GitOps polling API 설계 문서 dev 반영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`origin/feat/woonyong-kr/event-system`  `6018211`  crash test/rollout wait fix 포함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`origin/feat/jcbbbbbb/api-gateway`  `be7a2ab`  email/password + Redis session 구현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`origin/feat/minmings111/target-cluster-agent`  `ec0d1f9` 확인, 이슈에는 더 최신 구현 증거 언급  pod logs with Alloy, target telemetry 진행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`origin/feat/jeonwoohyun-hydromel/*`  초기화 상태  GitOps/Command 구현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`origin/feat/ummfieg/*`  초기화 상태  RCA/Audit/Projection 원격 구현 diff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[PR 현황]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PR  base  내용  상태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#538  dev  Evidence 학습 가이드와 데모 추가  merged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#539  main  Evidence 학습 가이드와 데모 추가  merged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#540  dev  GitOps polling API 설계 정리  merged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#541  main  GitOps polling API 설계 정리  merged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GitHub Issue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이슈  담당  내용  상태 판단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#501  정찬빈  API Gateway 인증/요청 경계와 이벤트 발행 흐름  진행, 하위 #519~#526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#502  최우녕  Event System: JetStream/DLQ/retry/outbox  진행, local 검증 증거 있음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#503  전우현  GitOps Sync Worker  open, 구현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#504  전우현  Command Worker  open, 구현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#505  임가인  RCA Worker  source 구현 증거 있으나 담당 원격 브랜치 반영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#506  임가인  Dashboard Projection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#507  임가인  Audit Timeline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#508  이민정  Target Cluster Agent  진행, 경로 불일치 정리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#509  이민정  Node Collector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#519~#526  정찬빈  Gateway/Auth 세부 task  open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#527~#537  이민정  Target/Telemetry 세부 task  open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주요 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리스크  가능성  영향  대응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OAuth/GitHub 실제 API 지연  높음  중간  fake adapter 유지, GitHub client feature flag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팀원별 telemetry 환경 차이  높음  높음  fake adapter와 Node Collector fallback 유지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event 중복 처리  중간  높음  `event_processing` ledger, idempotent write, outbox relay 후보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수요일 데모 직전 통합 실패  중간  높음  화요일 저녁 integration freeze, 수요일 오전 critical fix만 허용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UI 지연  중간  중간  Gateway API와 curl/httpie demo 백업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RBAC 권한 과다  낮음  높음  sandbox write만 허용, `kubectl auth can-i` 확인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실제 PR 생성 사고  낮음  높음  feature flag, dry-run mode, test repo 우선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문서와 코드 불일치  중간  중간  PR마다 source docs/WIKI 갱신 체크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브랜치 behind/경로 불일치  높음  높음  PR 전 dev rebase/merge, 현재 서비스 경로로 재정렬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이번 주 성과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영역  성과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제품/기획  Kubernetes 운영 보조 도구로 문제/사용자/하지 않는 일 재정의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멘토링  2026-06-26 멘토링 회의록과 자동 전사 정리, 피드백 반영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WBS  56개 작업, 5개 담당 영역, 수요일 데모 마일스톤 정리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Event System  envelope, body, subject, retry, DLQ, replay, outbox 경계 문서/구현 진전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Gateway/Auth  OAuth-only 탈피, 내부 로그인/session/RBAC/integration/token broker 단계 설계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Target/Telemetry  Prometheus 폐쇄 루프와 Evidence 학습 task를 세부 이슈로 분해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GitOps  polling-first API 설계 문서 PR #540/#541 merge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Evidence 문서  Evidence 학습 가이드와 데모 문서 PR #538/#539 merge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이번 주 아쉬운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아쉬운 점  영향  보완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구현 브랜치 일부가 dev보다 많이 뒤처짐  PR 충돌과 경로 불일치 위험  다음 작업 전 rebase/merge 정렬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실제 smoke 검증이 완전히 통과하지 않음  demo 신뢰도 부족  `make up &amp;&amp; make smoke &amp;&amp; make status` 재검증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WBS상 완료가 아직 0개  진행률을 설명하기 어려움  작게 쪼갠 이슈부터 완료 후보 생성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문서량이 많아 팀원이 부담을 느낄 수 있음  초보자 onboarding 난이도 상승  member guide를 “읽는 순서”와 “첫 task” 중심으로 유지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실제 provider 연동이 아직 약함  최종 제품성 약화  fake 유지하되 GitHub/Prometheus 하나씩 real adapter 전환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다음 주 실행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[2026-06-29 ~ 2026-07-01 우선순위]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우선순위  작업  담당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1  `make up &amp;&amp; make smoke &amp;&amp; make status` 실제 통합 검증  Platform/Integration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  DLQ 생성/조회/replay 데모 경로 고정  Platform/Integration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3  Gateway/Auth 브랜치 dev 기준 재정렬과 PR 준비  Gateway/Auth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4  Target/Telemetry 경로 불일치 정리  Target/Telemetry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5  Node Collector `/metrics`와 Prometheus scrape/query 최소 확인  Target/Telemetry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6  Git polling → manifest render → diff event skeleton 시작  GitOps/Command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7  command state/policy 테스트 시작  GitOps/Command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8  RCA baseline fixture와 Safe PR requested 흐름 원격 브랜치 반영  RCA/Safe PR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[수요일 보고 전 freeze]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화요일 저녁까지 demo branch 고정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수요일 오전에는 critical fix만 허용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UI가 없으면 curl/httpie로 demo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- 실패 시 fake adapter fallback 사용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자체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평가 항목  내용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기획 의도 부합  운영 데이터와 GitOps/Command/RCA/Safe PR을 연결하는 목표는 멘토링 피드백 이후 더 명확해졌다.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실무 활용 가능성  production 자동 복구 대신 evidence, approval, Safe PR, audit을 강조해 실무 안전성과 설명 가능성을 확보하는 방향이다.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기술 난이도  event-driven microservices, Kubernetes telemetry, credential boundary, outbox/DLQ 등 난도가 높다.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현재 완성도  설계/문서/WBS/이슈 분해는 많이 진행됐으나, 실제 통합 데모와 구현 PR은 아직 부족하다.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다음 개선  smoke 통과, PR 단위 merge, 팀원별 첫 성공 경험, provider 하나씩 real adapter 전환이 필요하다.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팀원별 다음 액션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팀원  다음 액션  완료 증거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임가인  RCA fixture 기반 baseline, `safe_pr.requested` 흐름을 담당 브랜치에 반영  `tests/test_rca_evidence.py`, repo-gateway test, PR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이민정  Node Collector `/metrics`, Prometheus scrape/query, 경로 정리  target 경로 정합성, query client test, demo log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전우현  Git polling metadata, manifest render skeleton, command policy test  `git.changed` fixture test, command rejected/queued test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정찬빈  login/session 브랜치 재정렬, protected route guard, org/project 모델 시작  auth test, 401/403 test, dev base PR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최우녕  event-system smoke, DLQ/replay demo, docs/WIKI/issue 정합성  make check/smoke log, DLQ replay screenshot/log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Appendix - 멘토링 일지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일시  방법  내용  조치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2026-06-26 09:26  이메일  김시훈 멘토님 Teams 미팅 초대. MVP 기획, WBS, 각자 역할/목표 준비 요청  팀원에게 링크 공유, 미팅 준비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2026-06-26 11:04  이메일 답변  MVP 기획/WBS/역할/목표와 공부 방향/실무 질문을 준비하겠다고 답변  팀원에게 멘토님 요청사항 공유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2026-06-26 19:49  이메일  기존 기획 PPT를 멘토링 전 공유  멘토링 참고 자료로 사용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2026-06-26 20:00  Teams  MVP 범위, 인증/secret, 저장소, observability, AI 인사이트, 협업 방식 논의  WIKI 회의록/전사 정리, docs/issue 반영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2026-06-27 16:11  이메일  멘토님이 주니어 온보딩 자료 공유  팀원 학습 자료로 공유 예정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2026-06-27 19:51  이메일 답변  온보딩 자료 감사 및 팀원 공유 예정 답변  학습 방향 자료로 활용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Appendix - 근거 문서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종류  경로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source 프로젝트 계획  `/Users/woonyong/workspace/Krafton-Jungle/SW_AI_W17-21-final/docs/coach-one-page-plan.md`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source 아키텍처  `/Users/woonyong/workspace/Krafton-Jungle/SW_AI_W17-21-final/docs/architecture.md`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source 이벤트 문서  `/Users/woonyong/workspace/Krafton-Jungle/SW_AI_W17-21-final/docs/events.md`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source 팀 분배  `/Users/woonyong/workspace/Krafton-Jungle/SW_AI_W17-21-final/docs/team/work-allocation.md`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Gateway/Auth 가이드  `/Users/woonyong/workspace/Krafton-Jungle/SW_AI_W17-21-final/docs/team/member-guides/gateway-auth.md`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Target/Telemetry 가이드  `/Users/woonyong/workspace/Krafton-Jungle/SW_AI_W17-21-final/docs/team/member-guides/target-telemetry.md`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WIKI 제품 정의  `/Users/woonyong/workspace/Krafton-Jungle/WIKI/projects/final/product-definition.md`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WIKI MVP 계획  `/Users/woonyong/workspace/Krafton-Jungle/WIKI/projects/final/mvp-plan.md`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WIKI WBS  `/Users/woonyong/workspace/Krafton-Jungle/WIKI/projects/final/wbs.md`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WIKI 멘토링 회의록  `/Users/woonyong/workspace/Krafton-Jungle/WIKI/projects/final/meetings/2026-06-26-mentoring.md`</a:t>
            </a:r>
          </a:p>
          <a:p>
            <a:pPr algn="l">
              <a:spcAft>
                <a:spcPts val="300"/>
              </a:spcAft>
              <a:defRPr sz="1120" b="0">
                <a:solidFill>
                  <a:srgbClr val="161F2D"/>
                </a:solidFill>
                <a:latin typeface="Apple SD Gothic Neo"/>
              </a:defRPr>
            </a:pPr>
            <a:r>
              <a:t>WBS xlsx  `/Users/woonyong/workspace/Krafton-Jungle/SW_AI_W17-21-final/outputs/final-wbs-20260626/나만무_상세_WBS.xlsx`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Appendix - GitHub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[Merged PR]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PR  내용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#538  Evidence 학습 가이드와 데모 추가, dev merge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#539  Evidence 학습 가이드와 데모 추가, main merge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#540  GitOps polling API 설계 정리, dev merge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#541  GitOps polling API 설계 정리, main merge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[Open Issues]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범위  이슈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상위 구현 이슈  #501~#509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Gateway/Auth 세부  #519~#526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Target/Telemetry 세부  #527~#537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[주요 브랜치]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브랜치  상태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`origin/feat/woonyong-kr/event-system`  event runtime, DLQ, outbox, docs, crash test fix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`origin/feat/jcbbbbbb/api-gateway`  email/password + Redis session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`origin/feat/minmings111/target-cluster-agent`  target telemetry 진행, 경로 정리 필요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`origin/feat/jeonwoohyun-hydromel/*`  GitOps/Command 초기 브랜치</a:t>
            </a:r>
          </a:p>
          <a:p>
            <a:pPr algn="l">
              <a:spcAft>
                <a:spcPts val="300"/>
              </a:spcAft>
              <a:defRPr sz="1350" b="0">
                <a:solidFill>
                  <a:srgbClr val="161F2D"/>
                </a:solidFill>
                <a:latin typeface="Apple SD Gothic Neo"/>
              </a:defRPr>
            </a:pPr>
            <a:r>
              <a:t>`origin/feat/ummfieg/*`  RCA/Audit/Projection 초기 브랜치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1381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6C7A"/>
                </a:solidFill>
                <a:latin typeface="Apple SD Gothic Neo"/>
              </a:defRPr>
            </a:pPr>
            <a:r>
              <a:t>303호 4팀 · 주간 공유 / 멘토링 보고서 v2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88136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F2F46"/>
                </a:solidFill>
                <a:latin typeface="Apple SD Gothic Neo"/>
              </a:defRPr>
            </a:pPr>
            <a:r>
              <a:t>Appendix - 보고서 작성 이후 확인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881360" cy="5257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확인 필요  이유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최신 event-system branch 기준 GitHub Actions 결과  local 검증은 있으나 원격 CI 증거 필요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`make smoke` 실패 원인 재검증  Gateway 미실행으로 실패했으므로 실제 make up 환경에서 다시 확인 필요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Gateway/Auth 브랜치 dev rebase  46 commits behind로 PR 충돌 위험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Target/Telemetry 경로 정리  과거 `services/target-cluster-agent` 경로 변경이 현재 구조와 불일치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RCA 구현 diff 담당 브랜치 반영  source에는 증거가 있으나 담당 원격 브랜치가 초기 상태</a:t>
            </a:r>
          </a:p>
          <a:p>
            <a:pPr algn="l">
              <a:spcAft>
                <a:spcPts val="300"/>
              </a:spcAft>
              <a:defRPr sz="1700" b="0">
                <a:solidFill>
                  <a:srgbClr val="161F2D"/>
                </a:solidFill>
                <a:latin typeface="Apple SD Gothic Neo"/>
              </a:defRPr>
            </a:pPr>
            <a:r>
              <a:t>Project WBS status 최신화  이슈 close가 아니라 Project status로 진행/완료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